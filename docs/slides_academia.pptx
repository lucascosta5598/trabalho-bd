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 •  PUC MINAS  •  ENTREGA E5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Gestão para Academia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 do projeto: modelagem conceitual, lógica, normalização e implementação SQL em PostgreSQL.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846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→ SQL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modelagem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06240" y="4846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entidades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20624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tabelas associativas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consultas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77240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negócio reais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Engenharia de Software  |  Professor: Cristiano de Macedo Neto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Domínio, objetivo e regras de negócio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550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72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Domínio: Academia / Fitness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alunos, instrutores, planos, pagamentos, frequência, equipamentos, treinos e aulas coletivas — um domínio rico em relacionamentos N:N.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4FA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8039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721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sistema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7240" y="41605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a operação da academia em um banco relacional íntegro, eliminando planilhas isoladas e permitindo consultas analíticas confiáveis.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263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regras de negócio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63640" y="18379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6537960" y="17190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ALUNO precisa de um PLANO ativo para treinar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24048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653796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ALUNO pode ter vários PAGAMENTOS ao longo do tempo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63640" y="29718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6537960" y="28529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responde por TREINOS e AULAS_COLETIVAS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263640" y="35387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537960" y="34198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↔ AULA_COLETIVA é N:N (via PARTICIPA)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63640" y="4105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537960" y="39867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↔ EQUIPAMENTO é N:N (via UTILIZA)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63640" y="4672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6537960" y="4553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é registrada a cada visita do aluno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CONCEITUAL (E1)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e relacionamentos do 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EAF6F5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matriculada, dados pessoais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0712" y="14173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EAF6F5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5304" y="152704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75304" y="1920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assinatura e valor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2784" y="14173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EAF6F5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7376" y="152704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37376" y="1920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financeiras do aluno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34856" y="14173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EAF6F5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9448" y="152704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99448" y="19202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treinos e aulas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92608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" y="3319272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individual de exercícios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10712" y="2816352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75304" y="292608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575304" y="3319272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 disponíveis na academia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72784" y="2816352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37376" y="292608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AULA_COLETIVA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37376" y="3319272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em grupo (ex: spinning)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34856" y="2816352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99448" y="292608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99448" y="3319272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presença do aluno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43B44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3159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N:N com atributos próprios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68680" y="4754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 </a:t>
            </a:r>
            <a:pPr indent="0" marL="0">
              <a:buNone/>
            </a:pPr>
            <a:r>
              <a:rPr lang="en-US" sz="130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(ALUNO ↔ AULA_COLETIVA) — atributo próprio: data_participacao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1389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 </a:t>
            </a:r>
            <a:pPr indent="0" marL="0">
              <a:buNone/>
            </a:pPr>
            <a:r>
              <a:rPr lang="en-US" sz="130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(TREINO ↔ EQUIPAMENTO) — atributo próprio: tempo_uso_minutos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532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relações (ALUNO→PAGAMENTO, ALUNO→TREINO, INSTRUTOR→TREINO, INSTRUTOR→AULA_COLETIVA, ALUNO→FREQUENCIA) são 1:N.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LÓGICO (E2)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Tabelas, chaves e integridade referencial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92024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id_aluno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 central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id_pagamento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id_aluno, id_plano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 financeiro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id_treino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id_aluno, id_instrutor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individual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AULA_COLETIVA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id_instrutor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em grupo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id_aluno + id_aula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id_aluno, id_aula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Associativa N:N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id_treino + id_equip.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id_treino, id_equipamento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Associativa N:N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aplicados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818120" y="18288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7099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primárias artificiais (SERIAL)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4871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36829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garantindo integridade referencial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31455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302666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composta nas tabelas associativas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8039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6850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ON DELETE RESTRICT em PAGAMENTO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(E3)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1FN à BCNF, sem necessidade de decomposição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27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1FN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atômicos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listas/grupos repetitivos (ex.: equipamentos extraídos para UTILIZA)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4630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1627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93592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dependência parcial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93592" y="2743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das tabelas associativas dependem da chave composta completa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4630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1627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3FN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55664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dependência transitiva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5664" y="2743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atributo não-chave depende de outro atributo não-chave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4630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736" y="1627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17736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determinante é superchave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17736" y="27432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em ALUNO, PAGAMENTO e TREINO — modelo já nasceu normalizado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modelagem conceitual (E1) já separou corretamente as responsabilidades de cada entidade, o modelo lógico satisfez a BCNF sem exigir decomposição adicional de tabelas.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(E4)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Criação das tabelas e restrições no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77485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unicidade de cada registro em todas as tabelas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410712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6420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22" y="177485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3592" y="2651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integridade referencial entre tabelas relacionadas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72784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166420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594" y="177485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55664" y="2651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cadastro de registros incompletos (ex.: nome, valor)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9134856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6024" y="166420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666" y="177485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17736" y="2651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duplicidade em CPF do aluno e CREF do instrutor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43B44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43726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PostgreSQL?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466344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relacional open source, com forte aderência ao padrão SQL ANSI, suporte completo a constraints e tipos de dados avançados (NUMERIC, DATE, SERIAL), amplamente adotado na indústria e no meio acadêmico.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(E4/E5)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consultas respondendo perguntas reais de negócio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819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1490472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pagamento em atraso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51376" y="14173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88536" y="15819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288536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490472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total por mês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54112" y="14173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91272" y="15819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891272" y="1581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58784" y="1490472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com mais alunos em treinos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32304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5968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596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2505456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mais utilizados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51376" y="2432304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88536" y="25968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288536" y="2596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2505456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mais de 1 aula/semana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54112" y="2432304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91272" y="25968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91272" y="2596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58784" y="2505456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média por plano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447288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3611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53312" y="3520440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sem nenhuma aula coletiva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51376" y="3447288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88536" y="3611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288536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56048" y="3520440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pagamentos por aluno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54112" y="3447288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91272" y="3611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7891272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58784" y="3520440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Treinos que usam toda uma categoria de equip.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62272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F4FAFA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" y="46268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626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53312" y="4535424"/>
            <a:ext cx="25420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instrutores por aulas ministradas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SQL aplicados: JOIN, GROUP BY, funções de agregação (SUM/COUNT/AVG), subqueries (NOT EXISTS, correlacionadas) e ORDER BY.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Dificuldades encontradas e aprendizados obtidos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28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dificuldades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24942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121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cardinalidades e participação total/parcial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90779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77977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relacionamentos N:N com atributos próprios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5661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43814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dependência parcial (2FN) de transitiva (3FN)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22452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09651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políticas de FK (RESTRICT vs CASCADE)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488289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7548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subqueries correlacionadas (Q7, Q9)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4173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043B44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0" y="1627632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728216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 obtidos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492240" y="224942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2121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modelagem conceitual evita retrabalho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92240" y="290779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277977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automatizam a defesa contra inconsistências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92240" y="35661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343814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Fluência em JOINs, agregações e subqueries em SQL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92240" y="422452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5"/>
          <p:cNvSpPr/>
          <p:nvPr/>
        </p:nvSpPr>
        <p:spPr>
          <a:xfrm>
            <a:off x="6720840" y="409651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como verificação formal, não burocracia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492240" y="488289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7"/>
          <p:cNvSpPr/>
          <p:nvPr/>
        </p:nvSpPr>
        <p:spPr>
          <a:xfrm>
            <a:off x="6720840" y="47548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completo do ciclo modelagem → implementação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Possíveis melhorias futuras do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27632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81" y="1724193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762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físico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Catracas/biometria alimentando a tabela FREQUENCIA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627632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553" y="1724193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21762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cobrança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07992" y="2514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com base na consulta Q1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1627632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025" y="1724193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21762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física periódica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84464" y="2514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medidas vinculado a ALUNO e TREINO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82112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46704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344326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389534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vagas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" y="4233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AULA_COLETIVA, respeitando capacidade máxima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182112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346704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553" y="344326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07992" y="389534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gerencial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07992" y="4233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faturamento e engajamento (Q1-Q10)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182112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A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4464" y="3346704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025" y="3443265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4464" y="389534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de equipamentos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84464" y="4233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vinculado aos dados de uso (UTILIZA)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Academia  •  Banco de Dados — PUC Minas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80650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completo de banco de dados relacional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percorreu, de forma integrada, todas as etapas de um banco de dados relacional — da modelagem conceitual à implementação física em PostgreSQL — comprovando domínio técnico sobre DER, modelo lógico, normalização até BCNF e SQL aplicado a um cenário real de gestão de academia.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concluídas (E1-E5)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20624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 tabelas associativas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77240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de negócio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principal: ELMASRI, R.; NAVATHE, S. B. Sistemas de Banco de Dados. 7ª 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Gestao para Academia - Banco de Dados</dc:title>
  <dc:subject>PptxGenJS Presentation</dc:subject>
  <dc:creator>PUC Minas - Engenharia de Software</dc:creator>
  <cp:lastModifiedBy>PUC Minas - Engenharia de Software</cp:lastModifiedBy>
  <cp:revision>1</cp:revision>
  <dcterms:created xsi:type="dcterms:W3CDTF">2026-06-24T00:44:51Z</dcterms:created>
  <dcterms:modified xsi:type="dcterms:W3CDTF">2026-06-24T00:44:51Z</dcterms:modified>
</cp:coreProperties>
</file>